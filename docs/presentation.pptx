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Fusion Heat 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A8DE"/>
                </a:solidFill>
                <a:latin typeface="Calibri"/>
              </a:defRPr>
            </a:pPr>
            <a:r>
              <a:t>PDE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Numerical Solver Comparison with ML-Based Selection</a:t>
            </a:r>
            <a:br/>
            <a:r>
              <a:t>for 1D Radial Heat Equation in Fusion Plasmas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9F43"/>
                </a:solidFill>
                <a:latin typeface="Cambria Math"/>
              </a:defRPr>
            </a:pPr>
            <a:r>
              <a:t>∂T/∂t = (1/r) ∂/∂r (r χ(|∂T/∂r|) ∂T/∂r)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9F43"/>
                </a:solidFill>
                <a:latin typeface="Cambria Math"/>
              </a:defRPr>
            </a:pPr>
            <a:r>
              <a:t>χ(|T'|) = (|T'| − 0.5)^α + 0.1  (|T'| &gt; 0.5)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1D radial heat equation with nonlinear diffusivity χ(|T'|)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Models anomalous heat transport in fusion plasma devices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Three numerical solvers: Implicit FDM, Spectral, PINN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Automated benchmarking with L2/L∞ error metrics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ML-based solver selector (decision tree) predicts best solver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Incremental learning: model improves with each benchmark run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Pure Python — numpy + scipy only (no sklearn dependency)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The PDE: Radial Heat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9F43"/>
                </a:solidFill>
                <a:latin typeface="Cambria Math"/>
              </a:defRPr>
            </a:pPr>
            <a:r>
              <a:t>∂T/∂t = (1/r) ∂/∂r (r χ ∂T/∂r)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9F43"/>
                </a:solidFill>
                <a:latin typeface="Cambria Math"/>
              </a:defRPr>
            </a:pPr>
            <a:r>
              <a:t>χ(|T'|) = (|T'| − 0.5)^α + 0.1  if |T'| &gt; 0.5</a:t>
            </a:r>
            <a:br/>
            <a:r>
              <a:t>χ(|T'|) = 0.1                    if |T'| ≤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Boundary conditions: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r = 0:  ∂T/∂r = 0  (symmetry)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r = 1:  T = 0  (fixed wall)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Singularity at r = 0: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L'Hôpital → 2χ ∂²T/∂r²</a:t>
            </a:r>
          </a:p>
        </p:txBody>
      </p:sp>
      <p:pic>
        <p:nvPicPr>
          <p:cNvPr id="6" name="Picture 5" descr="nonlinear_diffus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736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Initial Conditions &amp; Time Evolution</a:t>
            </a:r>
          </a:p>
        </p:txBody>
      </p:sp>
      <p:pic>
        <p:nvPicPr>
          <p:cNvPr id="3" name="Picture 2" descr="initial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114800" cy="2560320"/>
          </a:xfrm>
          <a:prstGeom prst="rect">
            <a:avLst/>
          </a:prstGeom>
        </p:spPr>
      </p:pic>
      <p:pic>
        <p:nvPicPr>
          <p:cNvPr id="4" name="Picture 3" descr="time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49039"/>
            <a:ext cx="859536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18872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Gaussian: smooth, T₀ = exp(-10r²)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Sharp: step-like, localized peak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α = 0: standard linear diffusion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α &gt; 0: enhanced diffusion at steep gradients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Numerical Solvers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  <a:latin typeface="Calibri"/>
              </a:defRPr>
            </a:pPr>
            <a:r>
              <a:t>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188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  <a:latin typeface="Calibri"/>
              </a:defRPr>
            </a:pPr>
            <a:r>
              <a:t>implicit_fdm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Crank-Nicolson FDM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2nd order, scipy banded solver, L'Hôpital at r=0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  <a:latin typeface="Calibri"/>
              </a:defRPr>
            </a:pPr>
            <a:r>
              <a:t>spectral_cosine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31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Cosine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331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cos((k+0.5)πr) basis, semi-implicit stepping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  <a:latin typeface="Calibri"/>
              </a:defRPr>
            </a:pPr>
            <a:r>
              <a:t>pinn_stub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Physics-Informed 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260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MLP with PDE loss (requires PyTorch)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Reference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Same Implicit FDM with 4× spatial and temporal refinement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~16× more accurate (2nd order → (1/4)² error reduction)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Works for any α — no analytical solution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Benchmark Results</a:t>
            </a:r>
          </a:p>
        </p:txBody>
      </p:sp>
      <p:pic>
        <p:nvPicPr>
          <p:cNvPr id="3" name="Picture 2" descr="solv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778240" cy="2743200"/>
          </a:xfrm>
          <a:prstGeom prst="rect">
            <a:avLst/>
          </a:prstGeom>
        </p:spPr>
      </p:pic>
      <p:pic>
        <p:nvPicPr>
          <p:cNvPr id="4" name="Picture 3" descr="alpha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840480"/>
            <a:ext cx="87782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Solver Selection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9F43"/>
                </a:solidFill>
                <a:latin typeface="Cambria Math"/>
              </a:defRPr>
            </a:pPr>
            <a:r>
              <a:t>score = L2_error + λ × wall_time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Post-hoc Selection (default)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Run ALL solvers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Compute errors vs reference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Pick lowest score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λ = 0.1 (accuracy-focused)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ML Prediction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4688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Extract 14 features from T₀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Decision tree predicts best solver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Run ONLY predicted solver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No sklearn — numpy-only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ML Feature Engineering (14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Problem Parameters (6)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α, nr, dt, t_end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init_gaussian, init_sharp (one-hot)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Physical Features from T₀ 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max_abs_gradient, energy_content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max_chi, max_laplacian, T_center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Derived Features (3)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gradient_sharpness = max_grad / T_center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chi_ratio = max_chi / min_chi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problem_stiffness = α × max_grad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Calibri"/>
              </a:defRPr>
            </a:pPr>
            <a:r>
              <a:t>All features extracted BEFORE solving → enables prediction without computation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ML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5603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Generate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Parameter sweep</a:t>
            </a:r>
            <a:br/>
            <a:r>
              <a:t>~432 instances</a:t>
            </a:r>
            <a:br/>
            <a:r>
              <a:t>8 α × 2 init × 3 nr</a:t>
            </a:r>
            <a:br/>
            <a:r>
              <a:t>× 3 dt × 3 t_end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560320" cy="25603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Train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CART decision tree</a:t>
            </a:r>
            <a:br/>
            <a:r>
              <a:t>Gini impurity</a:t>
            </a:r>
            <a:br/>
            <a:r>
              <a:t>max_depth = 5</a:t>
            </a:r>
            <a:br/>
            <a:r>
              <a:t>numpy-only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2560320" cy="25603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Predict &amp;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Extract features</a:t>
            </a:r>
            <a:br/>
            <a:r>
              <a:t>Predict best solver</a:t>
            </a:r>
            <a:br/>
            <a:r>
              <a:t>Run only that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A8D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A8D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8229600" cy="1828800"/>
          </a:xfrm>
          <a:prstGeom prst="roundRect">
            <a:avLst/>
          </a:prstGeom>
          <a:solidFill>
            <a:srgbClr val="16162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nsolas"/>
              </a:defRPr>
            </a:pPr>
            <a:r>
              <a:t># Step 1: Generate training data</a:t>
            </a:r>
            <a:br/>
            <a:r>
              <a:t>python -m app.run_benchmark --generate-data</a:t>
            </a:r>
            <a:br/>
            <a:br/>
            <a:r>
              <a:t># Step 2: Train model</a:t>
            </a:r>
            <a:br/>
            <a:r>
              <a:t>python -m policy.train    # or: make train</a:t>
            </a:r>
            <a:br/>
            <a:br/>
            <a:r>
              <a:t># Step 3: Use ML selector</a:t>
            </a:r>
            <a:br/>
            <a:r>
              <a:t>python -m app.run_benchmark --use-ml-selector --alpha 1.5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Incremental Learning with --update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Each benchmark run can improve the ML model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--update flag: run benchmark → append results to CSV → retrain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Model accumulates experience over time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▶  No need to regenerate full training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8229600" cy="1645920"/>
          </a:xfrm>
          <a:prstGeom prst="roundRect">
            <a:avLst/>
          </a:prstGeom>
          <a:solidFill>
            <a:srgbClr val="16162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nsolas"/>
              </a:defRPr>
            </a:pPr>
            <a:r>
              <a:t># Run benchmark and update model</a:t>
            </a:r>
            <a:br/>
            <a:r>
              <a:t>python -m app.run_benchmark --alpha 0.3 --init sharp --update</a:t>
            </a:r>
            <a:br/>
            <a:br/>
            <a:r>
              <a:t># Accumulate more data</a:t>
            </a:r>
            <a:br/>
            <a:r>
              <a:t>python -m app.run_benchmark --alpha 1.2 --nr 71 --update</a:t>
            </a:r>
            <a:br/>
            <a:br/>
            <a:r>
              <a:t># Use improved model</a:t>
            </a:r>
            <a:br/>
            <a:r>
              <a:t>python -m app.run_benchmark --use-ml-selector --alpha 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Benchmark  →  Label best  →  Append CSV  →  Retrain tree  →  Updated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app/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0972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CLI entrypoint, benchmark runner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solvers/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3619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FDM (Crank-Nicolson), Spectral (cosine), PINN (stub)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features/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7510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Gradient, Laplacian, chi, energy, ML feature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metrics/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1401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L2 and L∞ error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policy/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5292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Post-hoc selection + ML decision tree +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reports/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91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CSV and Markdown output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tests/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7307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22 unit tests (pytest)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9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docs/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16966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Manual, tutorial with figures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82896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Dependencies: numpy, scipy  |  Optional: torch (PINN)</a:t>
            </a:r>
            <a:br/>
            <a:r>
              <a:t>CI: GitHub Actions (Python 3.10 / 3.11 / 3.12)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CLI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make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Run all 22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make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89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Run benchmark (default 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739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make 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73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Generate data + train ML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579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--alpha 0.5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57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Custom α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--init sharp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42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Sharp initial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--nr 101 --dt 0.0005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Higher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--generate-data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310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Create training CSV (~432 samples)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941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--use-ml-selector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941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Predict best solver, run only that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--update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782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Append results + retrain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C878"/>
                </a:solidFill>
                <a:latin typeface="Consolas"/>
              </a:defRPr>
            </a:pPr>
            <a:r>
              <a:t>--model-path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62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Custom model file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Development Process (1/3):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Steps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Scaffold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pyproject.toml, Makefile, feature extraction (gradient, laplacian, chi, energy)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Steps 3-6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Three Solvers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Implicit FDM (Crank-Nicolson), Spectral (cosine basis), PINN stub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Steps 7-10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Metrics &amp;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L2/L∞ error, solver selection (score = error + λ×time), CSV/Markdown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Steps 11-12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Documentation &amp;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README, CLAUDE.md, first benchmark run → implicit_fdm wins for all 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r=0 singularity: L'Hôpital rule → (1/r)∂(rχ∂T/∂r) → 2χ∂²T/∂r²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Reference solution: same FDM at 4× refinement (no analytical solution needed)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Modular SolverBase ABC → easy to add new solvers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Minimal dependencies: numpy-only 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Development Process (2/3):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Detailed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docs/MANUAL.md — reference solution process, error definitions, PDE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Claude Code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 slash commands (/run-benchmark, /add-solver, etc.) + auto syntax-check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English 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All docs and skill files translated from Japanese to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Vectorization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FDM ~2.6× speedup, Spectral ~23× speedup via matrix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scipy.linalg.solve_banded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Replaced Python-loop Thomas algorithm with LAPACK → additional ~2.5× speedup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Performance Gains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Implicit FDM total speedup: ~6.5×   |   Spectral total speedup: ~23×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Vectorized tridiagonal construction + precomputed geometric factors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Matrix-vector transforms replacing per-mode loops in spectral solver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LAPACK dgbsv (Fortran) replacing Python-loop Thomas algorithm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Development Process (3/3): ML &amp; Docs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Step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ML Solver Selector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14 features, numpy-only decision tree, --generate-data / --use-ml-selector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  +update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Incremental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--update flag: append results to CSV + retrain → model improves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Tutorial &amp; Figures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6-part tutorial, 5 auto-generated figures (generate_figures.py)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Test matrix: Python 3.10 / 3.11 / 3.12 on every push and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Python 3.12 Compat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build-backend: setuptools.backends._legacy → setuptools.build_meta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onsolas"/>
              </a:defRPr>
            </a:pPr>
            <a:r>
              <a:t>Slides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python-pptx auto-generated slides with embedded benchmark figures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Key Innovation: ML Selector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6636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No sklearn — CART tree with Gini impurity in pure numpy (~100 LOC)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Features designed for pre-solve prediction (problem params + T₀ properties)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Incremental learning closes the loop: use → observe → improve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All artifacts reproducible: python docs/generate_figures.py, python docs/generate_slides.py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Complete PDE benchmark suite for fusion heat transport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Three solvers with automated error evaluation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ML solver selector: numpy-only decision tree (14 features)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Incremental learning via --update flag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Comprehensive documentation: manual, tutorial, figures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CI/CD with GitHub Actions (Python 3.10-3.12)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C878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•  Full PINN implementation with PyTorch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•  Additional solvers (explicit FDM, FEM, etc.)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•  2D extension for toroidal geometry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Calibri"/>
              </a:defRPr>
            </a:pPr>
            <a:r>
              <a:t>•  Ensemble model or gradient boosting for selector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